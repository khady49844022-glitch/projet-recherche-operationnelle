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 Recherche Opérationnelle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Transport de poisson en Mauritanie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